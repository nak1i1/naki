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5" r:id="rId7"/>
    <p:sldId id="266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8B8D"/>
    <a:srgbClr val="EC9A29"/>
    <a:srgbClr val="143642"/>
    <a:srgbClr val="DA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90" y="-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416C5-33AA-4305-A8E5-EBC57A851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27505F-57BC-4B93-9630-458ADD77B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1F707-CEB8-4417-BC86-CC55FD30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1D7E2D-1411-4AED-9D96-EA720713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2A9B43-93B8-4632-8063-73342B8D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069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95797E-27B9-42D8-8655-1C41368A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21C09-9CAF-4FD6-BD99-29526DCBB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4A7E9-F8A0-4156-AE32-F1E352E9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6E6F16-9129-4EC5-B59E-8C479833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F1D0C4-52BF-4BB7-9336-A4246B4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47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B825E4-3410-4B95-8413-A4537B5D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5E2CE4-8003-458E-8CED-401B70661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9C6B5-BC5E-4871-9107-050933D1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ED224F-D2C4-419F-977B-F1A7DC35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9D5B03-C994-4946-B67E-3C5B495B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300825-2644-4208-8669-30D62BDB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5D05B-B513-429E-AA8D-7B5017969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089305-CBB1-48CF-8B5F-55F884770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9096A1-D0B1-464C-A7BB-19B7ED0B3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1D663F-DB28-452E-919B-E24D2BD14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6AFFA80-FB96-4F78-82D5-9D90B647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8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8A06D3-D30B-47F1-A1D8-A2C934A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06288-8B75-4CA2-8087-613EDD29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79FCC0-FDEA-4F57-97E5-512404360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E2A552-173C-4C55-B7F1-3D1A06EDA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9ED3A9-FB9A-4B2E-9D4C-788866298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BB7BDF-69A2-4F4E-BB64-1A0A580E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18E1E75-5BAB-4009-BBED-42048EA3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8859146-C9BA-4843-A65D-2EB8BA92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18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4AB6B-7A1A-44D2-B5C3-ED5852C6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7296EAB-AD44-4905-AAA4-96446F60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B9BBED1-A864-4872-B8D4-07007334F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29F4A1-ACA3-4DB0-ADA1-B934E9BD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03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C6215C-4B3A-4AAF-B3AC-4CC9DEBD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481DC9-CDCA-4B93-89D2-443827F0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E6A266-CCC7-4D12-B344-4714A80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035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8912A-AF72-4A01-B25D-FB10AAFE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3A5442-2F37-42A7-9D58-77EE99AEA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8BFC1A-53F8-435A-9DCD-A66500D58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1669B-D33B-42B5-B89D-E8DCC530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C50534-75C8-4611-AE98-BA2A8DA0A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FB3D72-755B-42B4-9E98-BB1F85C4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5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66C8-FC35-42BF-BF7C-6477B8EEE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C49AC92-FD75-498A-BE63-076682776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48D1AB-659F-4F5A-AE57-72CBD538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6DBE3F-021A-4838-B78B-E48B0635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90973-43E9-452E-BEFC-2EACF568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2FB8B4-7A30-49E0-B513-67D7F416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38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4433A-FD3C-45F3-A11D-822ABE07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05C816-0F9C-40B4-9333-3FC9FAF54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0DA83E-6EB3-4D05-B6ED-88BF5B13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8CAD21-6A2E-480A-A63D-EFAC52B2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FD997-3D01-4521-9C82-4EA7E9BA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214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318A06-E6C2-4834-9F01-76593022C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1FA0EC-78C1-4446-AEC2-72093B5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5996A-A471-49D2-87D7-0C94FBFE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338A14-BD0D-49EE-BAFD-CA26260B0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B3C96-70CF-4817-B4C9-E5E3FBD31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722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4AD69-6402-40E8-BF6B-E4C86D5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3CE6B6-06A6-49D3-AB14-2D8C0385E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9E3F79-9F6E-46A8-BA85-4E49B330A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1AF4FE-3ABE-4D79-BD55-1C23135AD9DB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3CB796-EAA0-4E82-8F9F-14866504A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458D06-A24A-4CCB-949F-1FA725D51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89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97ACCA-3C09-4266-B49B-DC638F79EE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-185144"/>
            <a:ext cx="9144000" cy="2387600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Мессенджер </a:t>
            </a:r>
            <a:r>
              <a:rPr lang="en-US" b="1" dirty="0">
                <a:solidFill>
                  <a:srgbClr val="EC9A29"/>
                </a:solidFill>
                <a:latin typeface="Nitro"/>
              </a:rPr>
              <a:t>Naki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3545175-B101-4161-AE73-AC45481B6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565" y="2294531"/>
            <a:ext cx="11782871" cy="2133599"/>
          </a:xfrm>
        </p:spPr>
        <p:txBody>
          <a:bodyPr>
            <a:normAutofit lnSpcReduction="10000"/>
          </a:bodyPr>
          <a:lstStyle/>
          <a:p>
            <a:r>
              <a:rPr lang="ru-RU" dirty="0">
                <a:solidFill>
                  <a:srgbClr val="EC9A29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ОЛИМПИАДА ШКОЛЬНИКОВ «ШАГ В БУДУЩЕЕ»</a:t>
            </a:r>
            <a:endParaRPr lang="ru-RU" dirty="0">
              <a:solidFill>
                <a:srgbClr val="0F8B8D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Профиль: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«Инженерное дело»</a:t>
            </a: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Секция: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Информационная безопасность и цифровая криминалистика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Автор:</a:t>
            </a:r>
            <a:r>
              <a:rPr lang="ru-RU" dirty="0"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Чугреев Никита Сергеевич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Руководитель: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Анвар Сулейманов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7E31F5-9750-41B5-B79A-069401B06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040" y="5348931"/>
            <a:ext cx="1431920" cy="73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21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D94D21-F86E-41B8-8284-CB6AC50CE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22138-3C6D-4915-A43F-6AEFBA0F2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	Все больше и больше людей начинают переходить с разговоров в живую на мессенджеры. </a:t>
            </a:r>
          </a:p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Проблема: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Каждый день в базу данных серверов попадают фотографии, сообщения. Даже в системах со сквозным шифрованием сервер хранит ключи или мета данные. Таким образом разработчику не составляет труда расшифровать все ваши сообщения.</a:t>
            </a:r>
          </a:p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Цель: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создать мессенджер с архитектурой Zero-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Knowledge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Encryption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где математически доказано, что сервер не может получить доступ к данным. </a:t>
            </a:r>
          </a:p>
        </p:txBody>
      </p:sp>
    </p:spTree>
    <p:extLst>
      <p:ext uri="{BB962C8B-B14F-4D97-AF65-F5344CB8AC3E}">
        <p14:creationId xmlns:p14="http://schemas.microsoft.com/office/powerpoint/2010/main" val="387806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203CECF-E88A-4ACB-9E98-642F45D59BC3}"/>
              </a:ext>
            </a:extLst>
          </p:cNvPr>
          <p:cNvSpPr/>
          <p:nvPr/>
        </p:nvSpPr>
        <p:spPr>
          <a:xfrm>
            <a:off x="795867" y="2793207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A85BA01-8D6F-4081-B4C0-51565447A988}"/>
              </a:ext>
            </a:extLst>
          </p:cNvPr>
          <p:cNvSpPr/>
          <p:nvPr/>
        </p:nvSpPr>
        <p:spPr>
          <a:xfrm>
            <a:off x="795867" y="3749940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B53BEC3-6B31-47BF-BAFC-D6348FEA3BE1}"/>
              </a:ext>
            </a:extLst>
          </p:cNvPr>
          <p:cNvSpPr/>
          <p:nvPr/>
        </p:nvSpPr>
        <p:spPr>
          <a:xfrm>
            <a:off x="795867" y="4706673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596F036-269B-48E3-AEBC-2AEB165A4672}"/>
              </a:ext>
            </a:extLst>
          </p:cNvPr>
          <p:cNvSpPr/>
          <p:nvPr/>
        </p:nvSpPr>
        <p:spPr>
          <a:xfrm>
            <a:off x="795866" y="1836474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B8260-EAD1-4F13-8296-CC3AB98B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186798-2907-4E02-A6FA-EF248F1E1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Создать приложение с простым стилем 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 помощью языков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html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css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и Eel фреймворка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Подключить базу данных в приложению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помощью библиотеки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PyMongo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SSL/TLS шифрование канала связи </a:t>
            </a:r>
            <a:endParaRPr lang="en-US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Шифрование сообщений</a:t>
            </a: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AES-256-GCM 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шифрование на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Python</a:t>
            </a:r>
            <a:endParaRPr lang="ru-RU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Отправка сообщений</a:t>
            </a:r>
          </a:p>
          <a:p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Web Crypto API,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Base64,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AES-256-GCM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303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D66D1-0715-45B2-AAD3-060AD0A1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Шифрование сообщений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CF56F715-1FCB-48F3-9EB8-3C8C85F033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07" y="1774825"/>
            <a:ext cx="8147186" cy="4351338"/>
          </a:xfrm>
        </p:spPr>
      </p:pic>
    </p:spTree>
    <p:extLst>
      <p:ext uri="{BB962C8B-B14F-4D97-AF65-F5344CB8AC3E}">
        <p14:creationId xmlns:p14="http://schemas.microsoft.com/office/powerpoint/2010/main" val="396763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3BA4517-6195-47CD-B430-62F56861983A}"/>
              </a:ext>
            </a:extLst>
          </p:cNvPr>
          <p:cNvSpPr/>
          <p:nvPr/>
        </p:nvSpPr>
        <p:spPr>
          <a:xfrm>
            <a:off x="787399" y="1550456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5902272-1846-43E4-BBE0-C53028532083}"/>
              </a:ext>
            </a:extLst>
          </p:cNvPr>
          <p:cNvSpPr/>
          <p:nvPr/>
        </p:nvSpPr>
        <p:spPr>
          <a:xfrm>
            <a:off x="787399" y="2191311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33F6232A-C146-471B-B6C4-1E66D3D4C37C}"/>
              </a:ext>
            </a:extLst>
          </p:cNvPr>
          <p:cNvSpPr/>
          <p:nvPr/>
        </p:nvSpPr>
        <p:spPr>
          <a:xfrm>
            <a:off x="787399" y="2855085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F0A0274-F053-4F44-9A7D-01A45DEE1BF7}"/>
              </a:ext>
            </a:extLst>
          </p:cNvPr>
          <p:cNvSpPr/>
          <p:nvPr/>
        </p:nvSpPr>
        <p:spPr>
          <a:xfrm>
            <a:off x="787400" y="3495940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F2EF-BE06-46D2-A0FE-B71628BD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Текущее</a:t>
            </a:r>
            <a:r>
              <a:rPr lang="ru-RU" b="1" dirty="0">
                <a:solidFill>
                  <a:srgbClr val="0F8B8D"/>
                </a:solidFill>
                <a:latin typeface="Nitro"/>
              </a:rPr>
              <a:t> </a:t>
            </a:r>
            <a:r>
              <a:rPr lang="ru-RU" b="1" dirty="0">
                <a:solidFill>
                  <a:srgbClr val="EC9A29"/>
                </a:solidFill>
                <a:latin typeface="Nitro"/>
              </a:rPr>
              <a:t>состояние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7C84BD-FD5E-45EC-9C1A-F25325061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lstStyle/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   Реализована безопасная аутентификация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Сделано полностью клиентское шифрование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Реализован пользовательский интерфейс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Приложение подключено к базе данных и полностью с ним взаимодействует</a:t>
            </a:r>
          </a:p>
          <a:p>
            <a:pPr marL="0" indent="0">
              <a:buNone/>
            </a:pP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45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6AD16D7-D6BF-4072-9086-C9279E778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927"/>
          <a:stretch/>
        </p:blipFill>
        <p:spPr>
          <a:xfrm>
            <a:off x="1080740" y="838200"/>
            <a:ext cx="10030519" cy="5230548"/>
          </a:xfrm>
        </p:spPr>
      </p:pic>
    </p:spTree>
    <p:extLst>
      <p:ext uri="{BB962C8B-B14F-4D97-AF65-F5344CB8AC3E}">
        <p14:creationId xmlns:p14="http://schemas.microsoft.com/office/powerpoint/2010/main" val="2924927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D8B4F46-79B9-470D-9C1A-D0DE89D5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123" y="1879363"/>
            <a:ext cx="7997753" cy="3099274"/>
          </a:xfrm>
        </p:spPr>
      </p:pic>
    </p:spTree>
    <p:extLst>
      <p:ext uri="{BB962C8B-B14F-4D97-AF65-F5344CB8AC3E}">
        <p14:creationId xmlns:p14="http://schemas.microsoft.com/office/powerpoint/2010/main" val="969218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59ACD31D-EAEC-4AF8-979B-DE442C05736D}"/>
              </a:ext>
            </a:extLst>
          </p:cNvPr>
          <p:cNvSpPr/>
          <p:nvPr/>
        </p:nvSpPr>
        <p:spPr>
          <a:xfrm>
            <a:off x="790572" y="1970894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824F9A0-25C5-4FA5-8663-E1B35CC85829}"/>
              </a:ext>
            </a:extLst>
          </p:cNvPr>
          <p:cNvSpPr/>
          <p:nvPr/>
        </p:nvSpPr>
        <p:spPr>
          <a:xfrm>
            <a:off x="790573" y="2734740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C32E662-BE54-4CAF-BB3F-94AE53E00DD7}"/>
              </a:ext>
            </a:extLst>
          </p:cNvPr>
          <p:cNvSpPr/>
          <p:nvPr/>
        </p:nvSpPr>
        <p:spPr>
          <a:xfrm>
            <a:off x="790574" y="3498586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6C0BE24E-90F7-4426-8069-747CF8F1362D}"/>
              </a:ext>
            </a:extLst>
          </p:cNvPr>
          <p:cNvSpPr/>
          <p:nvPr/>
        </p:nvSpPr>
        <p:spPr>
          <a:xfrm>
            <a:off x="790575" y="4294091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EBB5C-2DDC-42BE-B658-3EE76B33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Планы на будущее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7A3CF6-7E36-423F-9B99-AB635CA94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AutoNum type="arabicParenR"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Создание групповых чатов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Отправка медиа файлов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 также голосовых сообщений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Звонки с другими людьми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Кастомизация интерфейса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2877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E843-9CF4-44A5-9F10-5D34DB54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35CF8D-8116-493A-97A6-3C5E07E0B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абота над мессенджером Naki стала для меня ценным опытом в области разработки безопасных приложений. Удалось не только изучить теоретические основы криптографии и архитектуры Zero-Knowledge, но и реализовать их на практике. Уже сейчас проект обладает базовым функционалом для безопасного обмена сообщениями с полной гарантией конфиденциальности.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Этот проект — лишь первый шаг в создании по-настоящему приватного и безопасного цифрового пространства.</a:t>
            </a:r>
          </a:p>
        </p:txBody>
      </p:sp>
    </p:spTree>
    <p:extLst>
      <p:ext uri="{BB962C8B-B14F-4D97-AF65-F5344CB8AC3E}">
        <p14:creationId xmlns:p14="http://schemas.microsoft.com/office/powerpoint/2010/main" val="228552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1D12F-C7B9-4524-A255-D32AD6B48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1266" y="2659592"/>
            <a:ext cx="5469467" cy="1325563"/>
          </a:xfrm>
        </p:spPr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Спасибо за внимание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065F782-3488-41E9-9545-9582FE5BA2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6" r="39185"/>
          <a:stretch/>
        </p:blipFill>
        <p:spPr>
          <a:xfrm>
            <a:off x="9169400" y="2860346"/>
            <a:ext cx="99906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94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289</Words>
  <Application>Microsoft Office PowerPoint</Application>
  <PresentationFormat>Широкоэкранный</PresentationFormat>
  <Paragraphs>34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Bahnschrift SemiBold SemiConden</vt:lpstr>
      <vt:lpstr>Calibri</vt:lpstr>
      <vt:lpstr>Calibri Light</vt:lpstr>
      <vt:lpstr>Nitro</vt:lpstr>
      <vt:lpstr>quote-cjk-patch</vt:lpstr>
      <vt:lpstr>Тема Office</vt:lpstr>
      <vt:lpstr>Мессенджер Naki</vt:lpstr>
      <vt:lpstr>Введение</vt:lpstr>
      <vt:lpstr>План работы</vt:lpstr>
      <vt:lpstr>Шифрование сообщений</vt:lpstr>
      <vt:lpstr>Текущее состояние проекта</vt:lpstr>
      <vt:lpstr>Презентация PowerPoint</vt:lpstr>
      <vt:lpstr>Презентация PowerPoint</vt:lpstr>
      <vt:lpstr>Планы на будущее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ОЛИМПИАДА ШКОЛЬНИКОВ «ШАГ В БУДУЩЕЕ»</dc:title>
  <dc:creator>Никита Чугреев</dc:creator>
  <cp:lastModifiedBy>Никита Чугреев</cp:lastModifiedBy>
  <cp:revision>22</cp:revision>
  <dcterms:created xsi:type="dcterms:W3CDTF">2025-12-05T07:01:33Z</dcterms:created>
  <dcterms:modified xsi:type="dcterms:W3CDTF">2025-12-19T13:03:30Z</dcterms:modified>
</cp:coreProperties>
</file>