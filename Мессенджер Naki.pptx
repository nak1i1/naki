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5" r:id="rId7"/>
    <p:sldId id="266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9A29"/>
    <a:srgbClr val="0F8B8D"/>
    <a:srgbClr val="143642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97ACCA-3C09-4266-B49B-DC638F79EE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-185144"/>
            <a:ext cx="9144000" cy="2387600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Мессенджер </a:t>
            </a:r>
            <a:r>
              <a:rPr lang="en-US" b="1" dirty="0">
                <a:solidFill>
                  <a:srgbClr val="EC9A29"/>
                </a:solidFill>
                <a:latin typeface="Nitro"/>
              </a:rPr>
              <a:t>Naki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545175-B101-4161-AE73-AC45481B6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565" y="2294531"/>
            <a:ext cx="11782871" cy="2133599"/>
          </a:xfrm>
        </p:spPr>
        <p:txBody>
          <a:bodyPr>
            <a:normAutofit lnSpcReduction="10000"/>
          </a:bodyPr>
          <a:lstStyle/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Профиль: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«Инженерное дело»</a:t>
            </a: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Секция: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Информационная безопасность и цифровая криминалистика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Автор:</a:t>
            </a:r>
            <a:r>
              <a:rPr lang="ru-RU" dirty="0"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Чугреев Никита Сергеевич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EC9A29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ОЛИМПИАДА ШКОЛЬНИКОВ «ШАГ В БУДУЩЕЕ»</a:t>
            </a: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Руководитель: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Анвар Сулейманов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7E31F5-9750-41B5-B79A-069401B06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040" y="5348931"/>
            <a:ext cx="1431920" cy="73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1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Все больше и больше людей начинают переходить с разговоров в живую на мессенджеры. </a:t>
            </a: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Проблема: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Каждый день в базу данных серверов попадают фотографии, сообщения. Даже в системах со сквозным шифрованием сервер хранит ключи или мета данные. Таким образом разработчику не составляет труда расшифровать все ваши сообщения.</a:t>
            </a: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Цель: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Knowledge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</a:p>
        </p:txBody>
      </p:sp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203CECF-E88A-4ACB-9E98-642F45D59BC3}"/>
              </a:ext>
            </a:extLst>
          </p:cNvPr>
          <p:cNvSpPr/>
          <p:nvPr/>
        </p:nvSpPr>
        <p:spPr>
          <a:xfrm>
            <a:off x="753533" y="2782358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A85BA01-8D6F-4081-B4C0-51565447A988}"/>
              </a:ext>
            </a:extLst>
          </p:cNvPr>
          <p:cNvSpPr/>
          <p:nvPr/>
        </p:nvSpPr>
        <p:spPr>
          <a:xfrm>
            <a:off x="753532" y="3739091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B53BEC3-6B31-47BF-BAFC-D6348FEA3BE1}"/>
              </a:ext>
            </a:extLst>
          </p:cNvPr>
          <p:cNvSpPr/>
          <p:nvPr/>
        </p:nvSpPr>
        <p:spPr>
          <a:xfrm>
            <a:off x="753532" y="470667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596F036-269B-48E3-AEBC-2AEB165A4672}"/>
              </a:ext>
            </a:extLst>
          </p:cNvPr>
          <p:cNvSpPr/>
          <p:nvPr/>
        </p:nvSpPr>
        <p:spPr>
          <a:xfrm>
            <a:off x="753533" y="1825625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Eel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фреймворка</a:t>
            </a:r>
            <a:endParaRPr lang="en-US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в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SSL/TLS шифрование канала связи </a:t>
            </a:r>
            <a:endParaRPr lang="en-US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AES-256-GCM 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Отправка сообщений</a:t>
            </a:r>
          </a:p>
          <a:p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Web Crypto API,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Base64,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AES-256-GCM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Шифрование сообщений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CF56F715-1FCB-48F3-9EB8-3C8C85F033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07" y="1774825"/>
            <a:ext cx="8147186" cy="4351338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3BA4517-6195-47CD-B430-62F56861983A}"/>
              </a:ext>
            </a:extLst>
          </p:cNvPr>
          <p:cNvSpPr/>
          <p:nvPr/>
        </p:nvSpPr>
        <p:spPr>
          <a:xfrm>
            <a:off x="745064" y="1566862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5902272-1846-43E4-BBE0-C53028532083}"/>
              </a:ext>
            </a:extLst>
          </p:cNvPr>
          <p:cNvSpPr/>
          <p:nvPr/>
        </p:nvSpPr>
        <p:spPr>
          <a:xfrm>
            <a:off x="745066" y="2227262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33F6232A-C146-471B-B6C4-1E66D3D4C37C}"/>
              </a:ext>
            </a:extLst>
          </p:cNvPr>
          <p:cNvSpPr/>
          <p:nvPr/>
        </p:nvSpPr>
        <p:spPr>
          <a:xfrm>
            <a:off x="745064" y="2837921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F0A0274-F053-4F44-9A7D-01A45DEE1BF7}"/>
              </a:ext>
            </a:extLst>
          </p:cNvPr>
          <p:cNvSpPr/>
          <p:nvPr/>
        </p:nvSpPr>
        <p:spPr>
          <a:xfrm>
            <a:off x="745065" y="3487738"/>
            <a:ext cx="491067" cy="502708"/>
          </a:xfrm>
          <a:prstGeom prst="roundRect">
            <a:avLst/>
          </a:prstGeom>
          <a:solidFill>
            <a:srgbClr val="0F8B8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Текущее</a:t>
            </a:r>
            <a:r>
              <a:rPr lang="ru-RU" b="1" dirty="0">
                <a:solidFill>
                  <a:srgbClr val="0F8B8D"/>
                </a:solidFill>
                <a:latin typeface="Nitro"/>
              </a:rPr>
              <a:t> </a:t>
            </a:r>
            <a:r>
              <a:rPr lang="ru-RU" b="1" dirty="0">
                <a:solidFill>
                  <a:srgbClr val="EC9A29"/>
                </a:solidFill>
                <a:latin typeface="Nitro"/>
              </a:rPr>
              <a:t>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Реализована безопасная аутентификация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Сделано полностью клиентское шифрование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Реализован пользовательский интерфейс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Приложение подключено к базе данных и полностью с ним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927"/>
          <a:stretch/>
        </p:blipFill>
        <p:spPr>
          <a:xfrm>
            <a:off x="1080740" y="838200"/>
            <a:ext cx="10030519" cy="5230548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123" y="1879363"/>
            <a:ext cx="7997753" cy="3099274"/>
          </a:xfrm>
        </p:spPr>
      </p:pic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Создание групповых чатов</a:t>
            </a: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Отправка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Звонки с другими людьми</a:t>
            </a: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Кастомизация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Работа над мессенджером Naki стала для меня ценным опытом в области разработки безопасных приложений. Удалось не только изучить теоретические основы криптографии и архитектуры Zero-Knowledge, но и реализовать их на практике. Уже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Этот проект — лишь первый шаг в создании по-настоящему приватного и безопасного цифрового пространства.</a:t>
            </a: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065F782-3488-41E9-9545-9582FE5BA2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6" r="39185"/>
          <a:stretch/>
        </p:blipFill>
        <p:spPr>
          <a:xfrm>
            <a:off x="9169400" y="2860346"/>
            <a:ext cx="99906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289</Words>
  <Application>Microsoft Office PowerPoint</Application>
  <PresentationFormat>Широкоэкранный</PresentationFormat>
  <Paragraphs>34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Bahnschrift SemiBold SemiConden</vt:lpstr>
      <vt:lpstr>Calibri</vt:lpstr>
      <vt:lpstr>Calibri Light</vt:lpstr>
      <vt:lpstr>Nitro</vt:lpstr>
      <vt:lpstr>quote-cjk-patch</vt:lpstr>
      <vt:lpstr>Тема Office</vt:lpstr>
      <vt:lpstr>Мессенджер Naki</vt:lpstr>
      <vt:lpstr>Введение</vt:lpstr>
      <vt:lpstr>План работы</vt:lpstr>
      <vt:lpstr>Шифрование сообщений</vt:lpstr>
      <vt:lpstr>Текущее состояние проекта</vt:lpstr>
      <vt:lpstr>Презентация PowerPoint</vt:lpstr>
      <vt:lpstr>Презентация PowerPoint</vt:lpstr>
      <vt:lpstr>Планы на будущее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20</cp:revision>
  <dcterms:created xsi:type="dcterms:W3CDTF">2025-12-05T07:01:33Z</dcterms:created>
  <dcterms:modified xsi:type="dcterms:W3CDTF">2025-12-12T14:30:46Z</dcterms:modified>
</cp:coreProperties>
</file>